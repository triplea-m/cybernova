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5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4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17" Type="http://schemas.openxmlformats.org/officeDocument/2006/relationships/image" Target="../media/image21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24" Type="http://schemas.openxmlformats.org/officeDocument/2006/relationships/image" Target="../media/image54.png"/><Relationship Id="rId5" Type="http://schemas.openxmlformats.org/officeDocument/2006/relationships/image" Target="../media/image12.png"/><Relationship Id="rId15" Type="http://schemas.openxmlformats.org/officeDocument/2006/relationships/image" Target="../media/image46.png"/><Relationship Id="rId23" Type="http://schemas.openxmlformats.org/officeDocument/2006/relationships/image" Target="../media/image53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12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0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1028700"/>
            <a:ext cx="7620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1714500"/>
            <a:ext cx="762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114800"/>
            <a:ext cx="762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5143500"/>
            <a:ext cx="7620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7432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6746" y="1165915"/>
            <a:ext cx="6006696" cy="10773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375" y="306695"/>
            <a:ext cx="3322962" cy="156303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5135" y="4252195"/>
            <a:ext cx="4715558" cy="128060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3535" y="2091715"/>
            <a:ext cx="2949072" cy="80728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" y="3657600"/>
            <a:ext cx="8534400" cy="990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4991100"/>
            <a:ext cx="219075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63225" y="6467475"/>
            <a:ext cx="133350" cy="1333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1896145" y="1590675"/>
            <a:ext cx="3154859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CyberNova: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397871" y="1590675"/>
            <a:ext cx="6147197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Capcană Inteligentă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3430965" y="2228850"/>
            <a:ext cx="376975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pentru Avertizare </a:t>
            </a:r>
            <a:endParaRPr lang="en-US" sz="2700" dirty="0"/>
          </a:p>
        </p:txBody>
      </p:sp>
      <p:sp>
        <p:nvSpPr>
          <p:cNvPr id="19" name="Text 3"/>
          <p:cNvSpPr/>
          <p:nvPr/>
        </p:nvSpPr>
        <p:spPr>
          <a:xfrm>
            <a:off x="6730544" y="2228850"/>
            <a:ext cx="1872377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Timpurie</a:t>
            </a:r>
            <a:endParaRPr lang="en-US" sz="2700" dirty="0"/>
          </a:p>
        </p:txBody>
      </p:sp>
      <p:sp>
        <p:nvSpPr>
          <p:cNvPr id="20" name="Text 4"/>
          <p:cNvSpPr/>
          <p:nvPr/>
        </p:nvSpPr>
        <p:spPr>
          <a:xfrm>
            <a:off x="975360" y="2933700"/>
            <a:ext cx="10241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 transformăm atacatorii din amenințări în surse de informații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2057400" y="3886200"/>
            <a:ext cx="8077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E5E7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"În peisajul digital actual, nu mai este o întrebare dacă vom fi atacați, ci când. Majoritatea sistemelor de securitate sunt reactive. Ele acționează după ce un atac a avut loc."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2124075" y="4953000"/>
            <a:ext cx="853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Cine </a:t>
            </a:r>
            <a:r>
              <a:rPr lang="en-US" sz="135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suntem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135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TripleA&amp;M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10734675" y="6438900"/>
            <a:ext cx="16802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Securitate Proactivă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28800"/>
            <a:ext cx="3606701" cy="2514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0574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219075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1828800"/>
            <a:ext cx="3606850" cy="2514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1" y="20574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2551" y="21907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828800"/>
            <a:ext cx="3606701" cy="2514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20574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2288" y="219075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648200"/>
            <a:ext cx="1127760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914900"/>
            <a:ext cx="17145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2475" y="4914900"/>
            <a:ext cx="171450" cy="190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38150"/>
            <a:ext cx="172593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Soluția: 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895475" y="438150"/>
            <a:ext cx="466344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Honeypot Modern</a:t>
            </a:r>
            <a:endParaRPr lang="en-US" sz="2700" dirty="0"/>
          </a:p>
        </p:txBody>
      </p:sp>
      <p:sp>
        <p:nvSpPr>
          <p:cNvPr id="19" name="Text 2"/>
          <p:cNvSpPr/>
          <p:nvPr/>
        </p:nvSpPr>
        <p:spPr>
          <a:xfrm>
            <a:off x="457200" y="12573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CyberNova este un proiect de honeypot conceput pentru a face trei lucruri esențiale: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685800" y="2781300"/>
            <a:ext cx="31495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Atrage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685800" y="3200400"/>
            <a:ext cx="31495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Să prezinte o suprafață de atac credibilă, dar controlată (un formular de login), pentru a atrage traficul automatizat și încercările de acces malițioase.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4521101" y="2781300"/>
            <a:ext cx="3149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Analizează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4521101" y="3200400"/>
            <a:ext cx="31496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Să colecteze informații critice despre atacator în timp real. Nu ne interesează doar că eșuează, ci cine este (GeoIP), ce folosește (scorare headere) și cum încearcă.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8356550" y="2781300"/>
            <a:ext cx="31495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Alertează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8356550" y="32004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Să trimită aceste informații instantaneu echipei de securitate printr-un canal modern și accesibil: Discord.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933450" y="4876800"/>
            <a:ext cx="1298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Transformăm zgomotul de fundal al internetului într-un sistem de avertizare timpurie. 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1791950" y="6467475"/>
            <a:ext cx="251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2/6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43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543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1100"/>
            <a:ext cx="112776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81400"/>
            <a:ext cx="552450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77190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724400"/>
            <a:ext cx="5524500" cy="990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9149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67400"/>
            <a:ext cx="5524500" cy="990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60579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543300"/>
            <a:ext cx="5524500" cy="2095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4000500"/>
            <a:ext cx="52197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2100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4800600"/>
            <a:ext cx="5219700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5010150"/>
            <a:ext cx="190500" cy="2667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38150"/>
            <a:ext cx="59893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Arhitectura Noastră Hibridă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5543550" y="438150"/>
            <a:ext cx="1600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</a:t>
            </a:r>
            <a:endParaRPr lang="en-US" sz="2700" dirty="0"/>
          </a:p>
        </p:txBody>
      </p:sp>
      <p:sp>
        <p:nvSpPr>
          <p:cNvPr id="19" name="Text 2"/>
          <p:cNvSpPr/>
          <p:nvPr/>
        </p:nvSpPr>
        <p:spPr>
          <a:xfrm>
            <a:off x="5772150" y="438150"/>
            <a:ext cx="678942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Fundație Flexibilă și Eficientă</a:t>
            </a:r>
            <a:endParaRPr lang="en-US" sz="2700" dirty="0"/>
          </a:p>
        </p:txBody>
      </p:sp>
      <p:sp>
        <p:nvSpPr>
          <p:cNvPr id="20" name="Text 3"/>
          <p:cNvSpPr/>
          <p:nvPr/>
        </p:nvSpPr>
        <p:spPr>
          <a:xfrm>
            <a:off x="457200" y="3124200"/>
            <a:ext cx="5524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1000125" y="3733800"/>
            <a:ext cx="48291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HTML/CSS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1000125" y="4038600"/>
            <a:ext cx="4829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Interfața utilizatorului care prezintă formularul de login și alte elemente atrăgătoare pentru atacatori.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952500" y="48768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(Python/Flask)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952500" y="5181600"/>
            <a:ext cx="4876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Inima proiectului - server Flask care gestionează logica de autentificare, servește formularul și activează capcana.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952500" y="60198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Relay (Node.js)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952500" y="6324600"/>
            <a:ext cx="4876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Micro-serviciu care preia datele de la Flask și le transmite sigur către Discord, pentru a nu bloca serverul principal.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210300" y="3124200"/>
            <a:ext cx="5524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de Analiză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6362700" y="3695700"/>
            <a:ext cx="6263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Avem deja integrate module pentru analiza inițială: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781800" y="4114800"/>
            <a:ext cx="3040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geoip_utils.py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781800" y="4381500"/>
            <a:ext cx="3040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Identifică țara și orașul atacatorului prin IP.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781800" y="4914900"/>
            <a:ext cx="3863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scoring_utils.py</a:t>
            </a:r>
            <a:endParaRPr lang="en-US" sz="1350" dirty="0"/>
          </a:p>
        </p:txBody>
      </p:sp>
      <p:sp>
        <p:nvSpPr>
          <p:cNvPr id="32" name="Text 15"/>
          <p:cNvSpPr/>
          <p:nvPr/>
        </p:nvSpPr>
        <p:spPr>
          <a:xfrm>
            <a:off x="6781800" y="5181600"/>
            <a:ext cx="3863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Oferă un scor de "suspiciune" bazat pe headerele HTTP.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11791950" y="7153275"/>
            <a:ext cx="251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3/6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71650"/>
            <a:ext cx="2605088" cy="1562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240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0574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8038" y="1676400"/>
            <a:ext cx="2605088" cy="1752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0438" y="18288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6175" y="196215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875" y="1866900"/>
            <a:ext cx="2605088" cy="1371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0193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15265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9713" y="1771650"/>
            <a:ext cx="2605088" cy="1562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82113" y="19240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7850" y="20574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3733800"/>
            <a:ext cx="11277600" cy="1409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848100"/>
            <a:ext cx="11049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39624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343400"/>
            <a:ext cx="110490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44196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4850" y="44958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5143500"/>
            <a:ext cx="112776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" y="5334000"/>
            <a:ext cx="171450" cy="17145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38150"/>
            <a:ext cx="321183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Demonstrație: 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3133725" y="438150"/>
            <a:ext cx="454914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Prototipul în Acțiune</a:t>
            </a:r>
            <a:endParaRPr lang="en-US" sz="2700" dirty="0"/>
          </a:p>
        </p:txBody>
      </p:sp>
      <p:sp>
        <p:nvSpPr>
          <p:cNvPr id="27" name="Text 2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Prototipul în acțiune arată cum CyberNova detectează, colectează, loghează și alertează în mai puțin de o secundă.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1295400" y="2076450"/>
            <a:ext cx="12230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Detectare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609600" y="2609850"/>
            <a:ext cx="230028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bot sau un atacator găsește site-ul și încearcă să se logheze cu credențiale furate sau prin brute-force.</a:t>
            </a:r>
            <a:endParaRPr lang="en-US" sz="1050" dirty="0"/>
          </a:p>
        </p:txBody>
      </p:sp>
      <p:sp>
        <p:nvSpPr>
          <p:cNvPr id="30" name="Text 5"/>
          <p:cNvSpPr/>
          <p:nvPr/>
        </p:nvSpPr>
        <p:spPr>
          <a:xfrm>
            <a:off x="4186238" y="1981200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Colectare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3500438" y="2514600"/>
            <a:ext cx="2300288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Serverul Flask detectează tentativa eșuată și capturează adresa IP, o trimite către ip-api.com pentru date GeoIP.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7077075" y="2171700"/>
            <a:ext cx="834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Logare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6391275" y="2705100"/>
            <a:ext cx="230028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Evenimentul este salvat instantaneu în database.txt pentru analiză ulterioară.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9967913" y="2076450"/>
            <a:ext cx="982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Alertare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9282113" y="2609850"/>
            <a:ext cx="230028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În mai puțin de o secundă, o notificare apare pe canalul nostru de Discord, arătând IP-ul, locația și scorul.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895350" y="3924300"/>
            <a:ext cx="1394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Alertă Securitate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1066800" y="4419600"/>
            <a:ext cx="902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CyberNova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1895475" y="4457700"/>
            <a:ext cx="3657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Acum</a:t>
            </a:r>
            <a:endParaRPr lang="en-US" sz="900" dirty="0"/>
          </a:p>
        </p:txBody>
      </p:sp>
      <p:sp>
        <p:nvSpPr>
          <p:cNvPr id="39" name="Text 14"/>
          <p:cNvSpPr/>
          <p:nvPr/>
        </p:nvSpPr>
        <p:spPr>
          <a:xfrm>
            <a:off x="1066800" y="4686300"/>
            <a:ext cx="5394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98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Atac detectat!</a:t>
            </a: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IP: 123.456.789 | Locație: New York, USA | Scor suspiciune: 85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857250" y="52959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Acest flux este complet funcțional și validează conceptul nostru de bază.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11791950" y="6467475"/>
            <a:ext cx="251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4/6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38350"/>
            <a:ext cx="11277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19812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19812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0" y="1981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8900" y="1981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743200"/>
            <a:ext cx="2705100" cy="1905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924175"/>
            <a:ext cx="293787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243" y="30289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700" y="2743200"/>
            <a:ext cx="27051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7100" y="2924175"/>
            <a:ext cx="38740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5475" y="30289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743200"/>
            <a:ext cx="2705100" cy="1905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924175"/>
            <a:ext cx="402431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0091" y="302895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2743200"/>
            <a:ext cx="2705100" cy="1905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2100" y="2924175"/>
            <a:ext cx="426541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00121" y="302895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648200"/>
            <a:ext cx="11277600" cy="571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80060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38150"/>
            <a:ext cx="38862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Viziunea Noastră: 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3695700" y="438150"/>
            <a:ext cx="57721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Prototip la Platformă</a:t>
            </a:r>
            <a:endParaRPr lang="en-US" sz="2700" dirty="0"/>
          </a:p>
        </p:txBody>
      </p:sp>
      <p:sp>
        <p:nvSpPr>
          <p:cNvPr id="26" name="Text 2"/>
          <p:cNvSpPr/>
          <p:nvPr/>
        </p:nvSpPr>
        <p:spPr>
          <a:xfrm>
            <a:off x="457200" y="11811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Fundația este solidă, iar acum ne concentrăm pe extinderea inteligenței sistemului. Roadmap-ul nostru se concentrează pe: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1017687" y="2895600"/>
            <a:ext cx="199221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Endpoint-uri Momeală Avansate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609600" y="3543300"/>
            <a:ext cx="2400300" cy="952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Vom adăuga rute capcană suplimentare (ex. /api/v1/auth/test, /api/v1/key/update) pentru a simula o aplicație complexă și a colecta date despre atacuri mai sofisticate.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3968800" y="2895600"/>
            <a:ext cx="1898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Fingerprinting Detaliat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3467100" y="3543300"/>
            <a:ext cx="2400300" cy="952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Vom evolua sistemul de scoring. În loc de un număr simplu, vom analiza în detaliu fiecare header, User-Agent-ul și alte indicii pentru a crea un profil complet al atacatorului.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6841331" y="2895600"/>
            <a:ext cx="188356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Bază de Date Robustă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6324600" y="3543300"/>
            <a:ext cx="2400300" cy="952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Vom migra de la fișiere text la o bază de date structurată (ex. SQLite). Asta ne va permite să stocăm date complexe, să rulăm analize statistice și să prevenim orice pierdere de date.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9722941" y="2895600"/>
            <a:ext cx="185945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Securizare și Scalare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9182100" y="3543300"/>
            <a:ext cx="2400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Vom continua să întărim arhitectura, adăugând rate-limiting și securizând comunicația internă.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914400" y="4819650"/>
            <a:ext cx="7703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actual:</a:t>
            </a: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Prototip funcțional care demonstrează conceptul de bază de securitate proactivă.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1791950" y="6467475"/>
            <a:ext cx="251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5/6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57300"/>
            <a:ext cx="5486400" cy="2057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859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5430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257300"/>
            <a:ext cx="5486400" cy="2057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4859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6063" y="1543050"/>
            <a:ext cx="1428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619500"/>
            <a:ext cx="11277600" cy="1295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5450" y="39624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7375" y="4095750"/>
            <a:ext cx="285750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438150"/>
            <a:ext cx="21145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Concluzie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1181100" y="1524000"/>
            <a:ext cx="2331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Rezumat Realist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876300" y="2019300"/>
            <a:ext cx="4838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"CyberNova este astăzi un prototip funcțional care demonstrează că putem atrage și alerta în timp real."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6972300" y="1524000"/>
            <a:ext cx="2560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Viziune Optimistă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6667500" y="2019300"/>
            <a:ext cx="48387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"Cu un roadmap clar, îl vom transforma într-un instrument de securitate proactiv, esențial pentru a înțelege cine sunt atacatorii noștri și ce vor, înainte ca aceștia să găsească o vulnerabilitate reală."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762000" y="3924300"/>
            <a:ext cx="5334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9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Mulțumesc</a:t>
            </a:r>
            <a:endParaRPr lang="en-US" sz="2250" dirty="0"/>
          </a:p>
        </p:txBody>
      </p:sp>
      <p:sp>
        <p:nvSpPr>
          <p:cNvPr id="20" name="Text 6"/>
          <p:cNvSpPr/>
          <p:nvPr/>
        </p:nvSpPr>
        <p:spPr>
          <a:xfrm>
            <a:off x="762000" y="43434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Întrebări?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9806940" y="4038600"/>
            <a:ext cx="1623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Securitate Proactivă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9806940" y="4267200"/>
            <a:ext cx="1623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solidFill>
                  <a:srgbClr val="FF98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CyberNova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11791950" y="6467475"/>
            <a:ext cx="2514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6/6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685</Words>
  <Application>Microsoft Office PowerPoint</Application>
  <PresentationFormat>Ecran lat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6</vt:i4>
      </vt:variant>
    </vt:vector>
  </HeadingPairs>
  <TitlesOfParts>
    <vt:vector size="10" baseType="lpstr">
      <vt:lpstr>Arial</vt:lpstr>
      <vt:lpstr>Montserrat</vt:lpstr>
      <vt:lpstr>Roboto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The Annuel</cp:lastModifiedBy>
  <cp:revision>2</cp:revision>
  <dcterms:created xsi:type="dcterms:W3CDTF">2025-11-08T05:08:47Z</dcterms:created>
  <dcterms:modified xsi:type="dcterms:W3CDTF">2025-11-08T05:25:37Z</dcterms:modified>
</cp:coreProperties>
</file>